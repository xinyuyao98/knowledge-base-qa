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本页目标是营收 8600 万元，毛利率不低于 32%。分产品看：智能网关贡献 5200 万，边缘控制器 2400 万，软件与运维服务 1000 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第一条是渠道下沉，新增 12 个地级市代理，重点覆盖苏北与皖北。第二条是产品迭代，9 月底前发布网关 3.2 版本，支持双链路冗余。第三条是交付提效，把现场实施周期从 21 天压到 14 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供应链风险：核心芯片交期从 8 周延长到 14 周，已锁定三季度用量。人力风险：交付工程师缺口 6 人，计划通过校招补充 4 人、外包补充 2 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经营目标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 年 Q3 目标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关键动作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三条主线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风险提示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两项风险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